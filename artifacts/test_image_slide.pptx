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988cdd189b445f" /><Relationship Type="http://schemas.openxmlformats.org/officeDocument/2006/relationships/extended-properties" Target="/docProps/app.xml" Id="R156d221fab644451" /><Relationship Type="http://schemas.openxmlformats.org/officeDocument/2006/relationships/officeDocument" Target="/ppt/presentation.xml" Id="Rc2b3f6a182814c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d6b07500ab488e"/>
  </p:sldMasterIdLst>
  <p:notesMasterIdLst>
    <p:notesMasterId xmlns:r="http://schemas.openxmlformats.org/officeDocument/2006/relationships" r:id="R2437430e9cdd493c"/>
  </p:notesMasterIdLst>
  <p:sldIdLst>
    <p:sldId xmlns:r="http://schemas.openxmlformats.org/officeDocument/2006/relationships" id="256" r:id="R6d616806be1141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4e0ec6453e48db" /><Relationship Type="http://schemas.openxmlformats.org/officeDocument/2006/relationships/slideMaster" Target="/ppt/slideMasters/slideMaster1.xml" Id="R8ed6b07500ab488e" /><Relationship Type="http://schemas.openxmlformats.org/officeDocument/2006/relationships/notesMaster" Target="/ppt/notesMasters/notesMaster1.xml" Id="R2437430e9cdd493c" /><Relationship Type="http://schemas.openxmlformats.org/officeDocument/2006/relationships/presProps" Target="/ppt/presProps.xml" Id="R71d74c80f17b41af" /><Relationship Type="http://schemas.openxmlformats.org/officeDocument/2006/relationships/viewProps" Target="/ppt/viewProps.xml" Id="Re0b3d7fb1edd4679" /><Relationship Type="http://schemas.openxmlformats.org/officeDocument/2006/relationships/tableStyles" Target="/ppt/tableStyles.xml" Id="Rf40bee7637d54443" /><Relationship Type="http://schemas.openxmlformats.org/officeDocument/2006/relationships/slide" Target="/ppt/slides/slide1.xml" Id="R6d616806be1141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a4bca121974b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f574f4ca9b4c9b" /><Relationship Type="http://schemas.openxmlformats.org/officeDocument/2006/relationships/notesMaster" Target="/ppt/notesMasters/notesMaster1.xml" Id="R9739f9b9c9e444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db2053f954b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f569cefa36488d" /><Relationship Type="http://schemas.openxmlformats.org/officeDocument/2006/relationships/slideLayout" Target="/ppt/slideLayouts/slideLayout1.xml" Id="R64b8e3c6e90e40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b8e3c6e90e40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a109bffd6460e" /><Relationship Type="http://schemas.openxmlformats.org/officeDocument/2006/relationships/image" Target="/ppt/media/image.png" Id="R248e99d6c7ae4afb" /><Relationship Type="http://schemas.openxmlformats.org/officeDocument/2006/relationships/notesSlide" Target="/ppt/notesSlides/notesSlide1.xml" Id="R383d9df6675145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e99d6c7ae4afb"/>
          <a:stretch xmlns:a="http://schemas.openxmlformats.org/drawingml/2006/main"/>
        </p:blipFill>
        <p:spPr>
          <a:xfrm xmlns:a="http://schemas.openxmlformats.org/drawingml/2006/main">
            <a:off x="476250" y="476250"/>
            <a:ext cx="952500" cy="95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5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2026-06-06T18:16:19.6220000Z</dcterms:created>
  <dcterms:modified xsi:type="dcterms:W3CDTF">2026-06-06T18:16:19.6220000Z</dcterms:modified>
</coreProperties>
</file>